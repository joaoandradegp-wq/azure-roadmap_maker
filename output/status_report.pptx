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21208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97864" y="14630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[Squad Vendas] – </a:t>
            </a:r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de Projetos e Melhorias Funil de Vendas - Livre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195560" y="1463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Atualizado em 10/08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54864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– Fase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0040" y="777240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749808"/>
            <a:ext cx="85807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iniciado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562161" y="786384"/>
            <a:ext cx="118872" cy="118872"/>
          </a:xfrm>
          <a:prstGeom prst="rect">
            <a:avLst/>
          </a:prstGeom>
          <a:solidFill>
            <a:srgbClr val="FFFFFF"/>
          </a:solidFill>
          <a:ln w="19050">
            <a:solidFill>
              <a:srgbClr val="8BC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45041" y="749808"/>
            <a:ext cx="57204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prazo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518258" y="786384"/>
            <a:ext cx="118872" cy="118872"/>
          </a:xfrm>
          <a:prstGeom prst="rect">
            <a:avLst/>
          </a:prstGeom>
          <a:solidFill>
            <a:srgbClr val="FFFFFF"/>
          </a:solidFill>
          <a:ln w="19050">
            <a:solidFill>
              <a:srgbClr val="FFC10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01138" y="749808"/>
            <a:ext cx="10725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de atraso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974897" y="786384"/>
            <a:ext cx="118872" cy="118872"/>
          </a:xfrm>
          <a:prstGeom prst="rect">
            <a:avLst/>
          </a:prstGeom>
          <a:solidFill>
            <a:srgbClr val="FFFFFF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57777" y="749808"/>
            <a:ext cx="4290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Atraso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87981" y="786384"/>
            <a:ext cx="118872" cy="118872"/>
          </a:xfrm>
          <a:prstGeom prst="rect">
            <a:avLst/>
          </a:prstGeom>
          <a:solidFill>
            <a:srgbClr val="FFFFFF"/>
          </a:solidFill>
          <a:ln w="19050">
            <a:solidFill>
              <a:srgbClr val="FF98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70861" y="749808"/>
            <a:ext cx="50054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Pausado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809732" y="5486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– Entregas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rot="5400000">
            <a:off x="5809732" y="768096"/>
            <a:ext cx="137160" cy="137160"/>
          </a:xfrm>
          <a:prstGeom prst="triangl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10900" y="749808"/>
            <a:ext cx="4290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622816" y="768096"/>
            <a:ext cx="155448" cy="155448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2816" y="75438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823984" y="731520"/>
            <a:ext cx="5720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Previsão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578913" y="768096"/>
            <a:ext cx="155448" cy="155448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78913" y="75438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780081" y="731520"/>
            <a:ext cx="12871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 no prazo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250070" y="768096"/>
            <a:ext cx="155448" cy="155448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50070" y="75438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9451238" y="731520"/>
            <a:ext cx="14301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 com atraso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20040" y="1115568"/>
            <a:ext cx="3931920" cy="658368"/>
          </a:xfrm>
          <a:prstGeom prst="rect">
            <a:avLst/>
          </a:prstGeom>
          <a:solidFill>
            <a:srgbClr val="1B3B6F"/>
          </a:solidFill>
          <a:ln w="6350">
            <a:solidFill>
              <a:srgbClr val="1B3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111556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Entrega/Fase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51960" y="1115568"/>
            <a:ext cx="457200" cy="658368"/>
          </a:xfrm>
          <a:prstGeom prst="rect">
            <a:avLst/>
          </a:prstGeom>
          <a:solidFill>
            <a:srgbClr val="1B3B6F"/>
          </a:solidFill>
          <a:ln w="6350">
            <a:solidFill>
              <a:srgbClr val="1B3B6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51960" y="111556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09160" y="1115568"/>
            <a:ext cx="7132320" cy="219456"/>
          </a:xfrm>
          <a:prstGeom prst="rect">
            <a:avLst/>
          </a:prstGeom>
          <a:solidFill>
            <a:srgbClr val="0F2545"/>
          </a:solidFill>
          <a:ln w="6350">
            <a:solidFill>
              <a:srgbClr val="0F254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1115568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09160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09160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728063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28063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Junho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746966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46966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Julho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65869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65869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784771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84771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Setembro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9803674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803674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Outubro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822577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822577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Novembro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709160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09160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5218611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611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5728063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28063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237514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237514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6746966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46966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7256417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56417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7765869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65869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8275320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275320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8784771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784771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9294223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294223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9803674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803674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10313126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313126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0822577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822577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11332029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1332029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320040" y="17739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93192" y="17739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SP09 - Beta: fechou depois do fim da própria sprint (deveria ser atraso)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4407408" y="1929384"/>
            <a:ext cx="146304" cy="146304"/>
          </a:xfrm>
          <a:prstGeom prst="rect">
            <a:avLst/>
          </a:prstGeom>
          <a:solidFill>
            <a:srgbClr val="FFFFFF"/>
          </a:solidFill>
          <a:ln w="19050">
            <a:solidFill>
              <a:srgbClr val="8BC34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256417" y="1906524"/>
            <a:ext cx="101890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193024" y="19202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193024" y="19110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320040" y="22311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93192" y="22311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SP09 - Delta: fechou dentro do prazo da própria sprint (no prazo)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4407408" y="2386584"/>
            <a:ext cx="146304" cy="146304"/>
          </a:xfrm>
          <a:prstGeom prst="rect">
            <a:avLst/>
          </a:prstGeom>
          <a:solidFill>
            <a:srgbClr val="FFFFFF"/>
          </a:solidFill>
          <a:ln w="19050">
            <a:solidFill>
              <a:srgbClr val="8BC34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256417" y="2363724"/>
            <a:ext cx="101890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8193024" y="2377440"/>
            <a:ext cx="164592" cy="164592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193024" y="23682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320040" y="26883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93192" y="26883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SP09 - Zebra: item com sprint só no título (deveria virar SP09)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4407408" y="2843784"/>
            <a:ext cx="146304" cy="146304"/>
          </a:xfrm>
          <a:prstGeom prst="rect">
            <a:avLst/>
          </a:prstGeom>
          <a:solidFill>
            <a:srgbClr val="FFFFFF"/>
          </a:solidFill>
          <a:ln w="19050">
            <a:solidFill>
              <a:srgbClr val="8BC34A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256417" y="2820924"/>
            <a:ext cx="101890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193024" y="2834640"/>
            <a:ext cx="164592" cy="164592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93024" y="28254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320040" y="31455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93192" y="31455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SP10 - Alfa: item normal em SP10 (dentro da janela, deveria aparecer)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4407408" y="3300984"/>
            <a:ext cx="146304" cy="146304"/>
          </a:xfrm>
          <a:prstGeom prst="rect">
            <a:avLst/>
          </a:prstGeom>
          <a:solidFill>
            <a:srgbClr val="FFFFFF"/>
          </a:solidFill>
          <a:ln w="19050">
            <a:solidFill>
              <a:srgbClr val="8BC34A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5869" y="3278124"/>
            <a:ext cx="101890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702475" y="3291840"/>
            <a:ext cx="164592" cy="164592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702475" y="32826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8093373" y="1115568"/>
            <a:ext cx="0" cy="2487168"/>
          </a:xfrm>
          <a:prstGeom prst="line">
            <a:avLst/>
          </a:prstGeom>
          <a:noFill/>
          <a:ln w="19050">
            <a:solidFill>
              <a:srgbClr val="E53935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>
            <a:off x="8056797" y="3566160"/>
            <a:ext cx="73152" cy="73152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20040" y="1115568"/>
            <a:ext cx="11521440" cy="2487168"/>
          </a:xfrm>
          <a:prstGeom prst="rect">
            <a:avLst/>
          </a:prstGeom>
          <a:ln w="12700">
            <a:solidFill>
              <a:srgbClr val="1B3B6F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2026-08-10T23:54:01Z</dcterms:created>
  <dcterms:modified xsi:type="dcterms:W3CDTF">2026-08-10T23:54:01Z</dcterms:modified>
</cp:coreProperties>
</file>