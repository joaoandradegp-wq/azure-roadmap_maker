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(1/3)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11/08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486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777240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749808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777240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749808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777240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749808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777240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777240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749808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486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768096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768096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731520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768096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731520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768096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731520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SP03 - CONTA | Botão Manual para Consulta SERASA na Conta (Pessoa Física)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709160" y="19065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645767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45767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CASO | Desenvolver regra de criação de CASO de não renovação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218611" y="2363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155218" y="2377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155218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LEAD | Desenvolver Opção de "Renovação" na picklist do LeadSource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18611" y="2820924"/>
            <a:ext cx="50945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645767" y="28346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45767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Ajustar balanceamento de Distribuição de Leads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218611" y="3278124"/>
            <a:ext cx="50945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645767" y="3291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645767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Complemento de Distribuição de Leads – Inserir ID e NOME do Gestor da Oportunidade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218611" y="3735324"/>
            <a:ext cx="50945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45767" y="37490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645767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Desenvolver ajuste na atualização do campo de desconto via Integração​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218611" y="41925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155218" y="4206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155218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Desenvolver permissão para geração de pedido de compra sem delay de 8 dias​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218611" y="4649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55218" y="4663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155218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SP05 - OPORTUNIDADE | Desenvolver Batch para aumentar frequência de geração de Pedido de Compra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728063" y="51069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664670" y="5120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664670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320040" y="54315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93192" y="5431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SP05 - QUOTE | Desenvolver envio de Opcionais no Pedido de Compra para o Locavia - Etapa relacionamento Dispositivo + Opcionais (fase 1)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4407408" y="5586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728063" y="5564124"/>
            <a:ext cx="50945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155218" y="5577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155218" y="5568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320040" y="58887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93192" y="5888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FLOW | Notificação e e-mail para distribuição de Leads/Oportunidades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4407408" y="6044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728063" y="60213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74121" y="60350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174121" y="6025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9" name="Shape 137"/>
          <p:cNvSpPr/>
          <p:nvPr/>
        </p:nvSpPr>
        <p:spPr>
          <a:xfrm>
            <a:off x="8129762" y="1115568"/>
            <a:ext cx="0" cy="52303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>
            <a:off x="8093186" y="63093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320040" y="1115568"/>
            <a:ext cx="11521440" cy="52303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(2/3)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11/08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486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777240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749808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777240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749808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777240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749808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777240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777240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749808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486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768096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768096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731520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768096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731520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768096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731520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Atualizar motivo “Preço” para “Problemas financeiros” e incluir opção “Não informado”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28063" y="19065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74121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74121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Desatrelamento Automático de Vendedor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28063" y="23637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174121" y="2377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74121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Inclusão do vendedor Iroa Gurgel na distribuição da fila Nexi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728063" y="28209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174121" y="2834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74121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QUOTE | Desenvolver envio de Opcionais no Pedido de Compra para o Locavia - Etapa Integração (fase 2)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728063" y="32781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4121" y="3291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174121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CASO | Ajuste da regra de criação de caso para desmobilização, contabilizando dias úteis e removendo a regra de fechamento automatico da oportunidade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237514" y="37353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174121" y="37490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174121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DISTRIBUIÇÃO | Regra de distribuição considerando Score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237514" y="41925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74121" y="4206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174121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OPORTUNIDADE | Disparar e-mail ao vendedor quando o crédito reprovar uma renovação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37514" y="4649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174121" y="4663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174121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OPORTUNIDADE | Preenchimento automático da Data de Retorno da Análise de Dados em Oportunidades de Renovação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237514" y="51069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683573" y="5120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683573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320040" y="54315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93192" y="5431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Adicionar campo “Data término do contrato” nas oportunidades de renovação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4407408" y="5586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746966" y="55641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93024" y="5577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193024" y="5568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320040" y="58887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93192" y="5888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Criação do campo "Prazo de entrega informado ao Cliente" na Oportunidade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4407408" y="6044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746966" y="60213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193024" y="60350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193024" y="6025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9" name="Shape 137"/>
          <p:cNvSpPr/>
          <p:nvPr/>
        </p:nvSpPr>
        <p:spPr>
          <a:xfrm>
            <a:off x="8129762" y="1115568"/>
            <a:ext cx="0" cy="52303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>
            <a:off x="8093186" y="63093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320040" y="1115568"/>
            <a:ext cx="11521440" cy="52303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(3/3)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11/08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486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777240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749808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777240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749808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777240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749808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777240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777240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749808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486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768096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768096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731520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768096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731520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768096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731520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Criar campo para rastrear a data da última alteração da subfase da oportunidade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46966" y="1906524"/>
            <a:ext cx="15283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93024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193024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[Proativo] Identificar processo de utilização do botão de gerar pedido de compra | Geração do relatório de Historico de desatrelar vendedor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256417" y="2363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193024" y="23774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193024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[REQ - C2607-8248] - Identificar origem dos campos captura de reserva, reserva primeira parcela e assinatura de contrato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256417" y="28209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93024" y="28346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93024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LEAD | Encaminhar automaticamente para LOST Leads com Score inferior a 300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56417" y="32781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193024" y="32918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93024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Cadastro de Loja de Retirada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256417" y="37353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93024" y="37490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93024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Desenvolver novas regras de Desatrelamento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256417" y="41925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193024" y="42062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193024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Desenvolver novas regras de Distribuição de oportunidades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256417" y="4649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193024" y="46634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193024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Enviar novas informações da proposta de Renovação para a Plataforma de Crédito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56417" y="51069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193024" y="51206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93024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8129762" y="1115568"/>
            <a:ext cx="0" cy="43159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8093186" y="53949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20040" y="1115568"/>
            <a:ext cx="11521440" cy="43159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2026-08-11T20:31:25Z</dcterms:created>
  <dcterms:modified xsi:type="dcterms:W3CDTF">2026-08-11T20:31:25Z</dcterms:modified>
</cp:coreProperties>
</file>