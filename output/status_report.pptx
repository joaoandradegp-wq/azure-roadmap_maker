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(1/10)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Correção de Cancelamento de Crédito e Validação de Múltiplas Chamadas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09160" y="19065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36315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36315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Liberação de edição do campo “Número do Contrato Master – Origem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23637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36315" y="2377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36315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SP01 - OPORTUNIDADE | Desenvolver Exibição do Ano/Modelo na Oportunidade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09160" y="28209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36315" y="2834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36315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| Desenvolver Padronização do Cadastro de Cidades Atendidas pela UNIDAS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09160" y="32781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36315" y="3291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36315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| Ano do Produto Desatualizado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9160" y="3735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136315" y="3749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136315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| Desativação da ValidationRule de Assinatura do Contrato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407408" y="4215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09160" y="41925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136315" y="4206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136315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| Desenvolver  Fluxo de Consulta com Pré-Score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407408" y="4672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709160" y="46497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136315" y="4663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36315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SP01 - CONTRATO | Tornar FirstName não obrigatório na criação de Contrato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36315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36315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correção do preenchimento do campo IRIS_ValorKmRodado__c nas Oportunidades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09160" y="55641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36315" y="5577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136315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RENOVAÇÃO | Desenvolver Integração de Pedidos de Renovação com Locavia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160" y="6021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36315" y="6035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136315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(2/10)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SP01 - OPORTUNIDADE | Desenvolvimento de Subfases para oportunidades de Renovação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09160" y="19065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36315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36315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SP01 - CONTRATO | Desenvolver remoção da trava de Cadastro SF x Assinatura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23637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36315" y="2377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36315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Atualização e inclusão de motivos no campo “Motivo Fechado Perdido”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09160" y="28209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36315" y="2834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36315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| Desenvolvimento de Correção Nº2 de Cadastro de Cidades via Integração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09160" y="32781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36315" y="3291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36315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| Voltar Flow e da UF de Emplacamento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9160" y="3735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136315" y="3749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136315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USER| Desenvolver liberação de edição de Oportunidades para IRIS_Gestor_Comercial_Livre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407408" y="4215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09160" y="41925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136315" y="4206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136315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SP06 - QUOTE | Desenvolver envio de Opcionais no Pedido de Compra para o Locavia - Etapa Integração (fase 2)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407408" y="4672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28063" y="46497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174121" y="4663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174121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| Desenvolver bloqueio na trigger quando o tipo de registro da Conta for Empresa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36315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36315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correção Motivo de Perda (Fechado Perdido)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09160" y="55641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36315" y="5577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136315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- Desenvolver correção de mudança indevida do status da Oportunidade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160" y="6021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36315" y="6035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136315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(3/10)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obrigatoriedade do Campo Subfase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09160" y="19065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36315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36315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SP01 - OPORTUNIDADE | Remover perfis do bloqueio de edição de campos na Oportunidade.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23637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36315" y="2377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36315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| Alterar Nome do Cliente após Subida de Nova Proposta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09160" y="28209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36315" y="2834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36315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Liberar a visualização do campo "Cadastro sincronizado SAP e Locavia" para o Perfil Atendimento Livre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09160" y="32781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36315" y="3291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36315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| Desenvolver JOB para que apenas 5 tipos de contratos gerem a Renovação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9160" y="3735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136315" y="3749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136315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| Investigar falha na conversão automática de Lead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407408" y="4215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09160" y="41925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136315" y="4206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136315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| Integração com Plataforma de Crédito "Tipo de Contrato"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407408" y="4672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709160" y="46497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136315" y="4663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36315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SP01 - OPORTUNIDADE | Tratar descrição de LOG para Pedido de Compra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36315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36315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SP60 - OPORTUNIDADE | Fraude - Alteração Revision20 na API ContractLivre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332029" y="55641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759184" y="5577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1759184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SP01 - LEAD | Melhoria no processo de Consulta SERASA + Log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160" y="6021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36315" y="6035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136315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(4/10)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Substituir exibição de endereço detalhado de fornecedores por localização genérica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09160" y="1906524"/>
            <a:ext cx="2037806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64670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64670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Permitir reversão automática do status “Fechado Ganho” para “Fechado Perdido” em caso de cancelamento antes da entrega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23637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93024" y="23774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93024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SP08 - OPORTUNIDADE | Criar campo para rastrear a data da última alteração da subfase da oportunidade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746966" y="28209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93024" y="2834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93024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SP04 - OPORTUNIDADE | Desenvolver permissão para geração de pedido de compra sem delay de 8 dias​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218611" y="32781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55218" y="3291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155218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SP06 - OPORTUNIDADE | Atualizar motivo “Preço” para “Problemas financeiros” e incluir opção “Não informado”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28063" y="37353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174121" y="3749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174121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SP07 - OPORTUNIDADE | Disparar e-mail ao vendedor quando o crédito reprovar uma renovação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407408" y="4215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237514" y="41925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174121" y="4206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74121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SP08 - OPORTUNIDADE | Adicionar campo “Data término do contrato” nas oportunidades de renovação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407408" y="4672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746966" y="46497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93024" y="4663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93024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correção para atualização do motivo do pedido de compra em cenários de renovação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55218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155218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SP07 - OPORTUNIDADE | Preenchimento automático da Data de Retorno da Análise de Dados em Oportunidades de Renovação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37514" y="55641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683573" y="5577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683573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[Bug] - Batch de Renovação sendo Afetado pela integração do Score Serasa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160" y="6021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36315" y="6035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136315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(5/10)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SP02 - CONTA | Permitir alteração manual do nome da Conta para registros criados de forma sistêmica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09160" y="19065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36315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36315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- Stauts do Ativo Fleet aparecendo no Livre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23637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45767" y="2377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45767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Correção do Status da Análise de Crédito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09160" y="28209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645767" y="2834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45767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SP03 - CONTA | Botão Manual para Consulta SERASA na Conta (Pessoa Física)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09160" y="32781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645767" y="3291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45767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correção de atualização de SubFase em Oportunidade de Renovação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9160" y="37353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45767" y="3749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45767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| "Atendimento Livre" precisa enxergar "Nome_do_Vendedor__c"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407408" y="4215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09160" y="41925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645767" y="4206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45767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SP04 - OPORTUNIDADE | Desenvolver ajuste na atualização do campo de desconto via Integração​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407408" y="4672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218611" y="46497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155218" y="4663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155218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correção para Renovação Automática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36315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36315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SP04 - CASO | Desenvolver regra de criação de CASO de não renovação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8611" y="55641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55218" y="5577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155218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SP03 - OPORTUNIDADE | Desenvolver correção para BUG pós Deploy em Renovação Automática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160" y="6021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36315" y="6035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136315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(6/10)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SP04 - OPORTUNIDADE | Complemento de Distribuição de Leads – Inserir ID e NOME do Gestor da Oportunidade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18611" y="19065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45767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45767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correção do disparo da Distribuição de Lead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23637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45767" y="2377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45767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SP04 - LEAD | Desenvolver Opção de "Renovação" na picklist do LeadSource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18611" y="28209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645767" y="2834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45767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correção de vinculo do vendedor no Atlas na Distribuição de Leads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09160" y="32781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645767" y="3291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45767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cópia do nome do Owner para o Campo "Nome do Vendedor"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9160" y="37353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45767" y="3749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45767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| Desenvolver correção para LeadSource Nulo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407408" y="4215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09160" y="41925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645767" y="4206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45767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SP04 - OPORTUNIDADE | Ajustar balanceamento de Distribuição de Leads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407408" y="4672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218611" y="46497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645767" y="4663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645767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Status da Análise de Crédito em Branco em Cenários de Renovação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55218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155218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SP05 - OPORTUNIDADE | Desenvolver Batch para aumentar frequência de geração de Pedido de Compra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728063" y="55641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64670" y="5577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664670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| Criar campos de controle para integração de retorno de assinatura contrato (Authentique)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160" y="6021324"/>
            <a:ext cx="3056709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683573" y="6035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683573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(7/10)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SP06 - OPORTUNIDADE | Desatrelamento Automático de Vendedor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28063" y="19065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74121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74121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| Desenvolver melhoria no processamento do Job IRIS_BatchCalloutsAndUpdateOwner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23637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55218" y="2377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55218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| Desenvolver Tratamento de Nome de Produto para Criação de Asset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09160" y="28209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55218" y="2834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55218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importação de Campos do Lead para a Oportunidade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09160" y="32781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55218" y="3291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155218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SP05 - QUOTE | Desenvolver envio de Opcionais no Pedido de Compra para o Locavia - Etapa relacionamento Dispositivo + Opcionais (fase 1)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28063" y="3735324"/>
            <a:ext cx="509451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55218" y="3749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55218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SP06 - OPORTUNIDADE | Inclusão do vendedor Iroa Gurgel na distribuição da fila Nexi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407408" y="4215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28063" y="41925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174121" y="4206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74121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SP06 - FLOW | Notificação e e-mail para distribuição de Leads/Oportunidades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407408" y="4672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28063" y="46497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174121" y="46634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174121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Bloquear movimentação para "Aguardando Reserva de Pagamento" sem aprovação de crédito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2547257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174121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174121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SP07 - CASO | Ajuste da regra de criação de caso para desmobilização, contabilizando dias úteis e removendo a regra de fechamento automatico da oportunidade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37514" y="55641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174121" y="5577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174121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SP08 - OPORTUNIDADE | Criação do campo "Prazo de entrega informado ao Cliente" na Oportunidade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6966" y="6021324"/>
            <a:ext cx="1528354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193024" y="6035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193024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(8/10)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[REFORMA] OPORTUNIDADE - Exposição de Campos Financeiros na Oportunidade Livre e Integração com Site, BRIM e LocaviaWeb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25196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709160" y="19065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93024" y="19202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193024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| Criação do campo “LeadPrincipalCPF”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25196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709160" y="23637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93024" y="23774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93024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SP07 - DISTRIBUIÇÃO | Regra de distribuição considerando Score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237514" y="28209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74121" y="2834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74121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| Ajuste no cálculo da Data de Término do Contrato Master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09160" y="32781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93024" y="3291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93024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SP09 - [REQ - C2607-8248] - Identificar origem dos campos captura de reserva, reserva primeira parcela e assinatura de contrato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56417" y="37353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193024" y="37490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93024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[OPORTUNIDADE] Criar forma de parametrizar o prazo de criação de oportunidade sem necessidade de GMUD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425196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709160" y="41925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93024" y="42062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193024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Criar forma de parametrizar a regra de score para podermos alterar sem necessidade de GMUD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42519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709160" y="46497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93024" y="46634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93024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Perda da Informação de Desconto na Oportunidade Após Gerar Contrato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193024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193024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[Proativo] Perfil apenas de leitura para atender critérios da auditoria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09160" y="55641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193024" y="55778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193024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Subfase em oportunidades de renovação com troca de titularidade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160" y="60213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193024" y="60350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193024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(9/10)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SP09 - OPORTUNIDADE | Desenvolver novas regras de Desatrelamento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56417" y="19065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93024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193024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SP09 - OPORTUNIDADE | Enviar novas informações da proposta de Renovação para a Plataforma de Crédito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56417" y="23637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93024" y="23774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93024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SP09 - LEAD | Encaminhar automaticamente para LOST Leads com Score inferior a 300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07408" y="2843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56417" y="28209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93024" y="28346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93024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SP09 - [Proativo] Identificar processo de utilização do botão de gerar pedido de compra | Geração do relatório de Historico de desatrelar vendedor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407408" y="3300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256417" y="32781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93024" y="32918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93024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SP09 - OPORTUNIDADE | Desenvolver novas regras de Distribuição de oportunidades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407408" y="3758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56417" y="37353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193024" y="37490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93024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Erro em Backend para JOB Renovação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407408" y="4215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09160" y="41925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93024" y="42062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193024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| Duplicidade de "Contrato Provisório" em Renovação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407408" y="4672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709160" y="46497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93024" y="46634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93024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nos objetos conflitantes para deploy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407408" y="51297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09160" y="51069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193024" y="51206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193024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0040" y="54315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" y="5431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SP09 - [Proativo] - Flag para desativar ou ativar a verificação Score para conversão do Lead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407408" y="55869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256417" y="55641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193024" y="55778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193024" y="5568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20040" y="58887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3192" y="5888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[Proativo] Expor campo Pré assinatura na API SF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407408" y="60441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160" y="60213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193024" y="60350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193024" y="6025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3373" y="1115568"/>
            <a:ext cx="0" cy="52303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8056797" y="63093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1115568"/>
            <a:ext cx="11521440" cy="52303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560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463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[Squad Vendas] – </a:t>
            </a:r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Projetos e Melhorias Funil de Vendas - Livre (10/10)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5560" y="146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Atualizado em 10/08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48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49808"/>
            <a:ext cx="8580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216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5041" y="749808"/>
            <a:ext cx="572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8258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1138" y="749808"/>
            <a:ext cx="10725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atraso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4897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7777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7981" y="786384"/>
            <a:ext cx="118872" cy="11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0861" y="749808"/>
            <a:ext cx="500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9732" y="548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– Entregas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9732" y="768096"/>
            <a:ext cx="137160" cy="137160"/>
          </a:xfrm>
          <a:prstGeom prst="triangl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900" y="749808"/>
            <a:ext cx="429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2816" y="768096"/>
            <a:ext cx="155448" cy="155448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2816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3984" y="731520"/>
            <a:ext cx="572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8913" y="768096"/>
            <a:ext cx="155448" cy="155448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8913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0081" y="731520"/>
            <a:ext cx="1287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no prazo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50070" y="768096"/>
            <a:ext cx="155448" cy="155448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0070" y="7543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51238" y="731520"/>
            <a:ext cx="1430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 com atraso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115568"/>
            <a:ext cx="393192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115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Entrega/Fase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solidFill>
            <a:srgbClr val="1B3B6F"/>
          </a:solidFill>
          <a:ln w="6350">
            <a:solidFill>
              <a:srgbClr val="1B3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solidFill>
            <a:srgbClr val="0F2545"/>
          </a:solidFill>
          <a:ln w="6350">
            <a:solidFill>
              <a:srgbClr val="0F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28063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6966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5869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4771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3674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solidFill>
            <a:srgbClr val="1B3B6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22577" y="1335024"/>
            <a:ext cx="10189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861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806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751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696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641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586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84771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4223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03674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13126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22577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1-15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solidFill>
            <a:srgbClr val="1B3B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32029" y="1572768"/>
            <a:ext cx="509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16-30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20040" y="17739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1773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[INC C2608-3660] Erro no retorno da assinatura do contrato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7408" y="1929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09160" y="19065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93024" y="1920240"/>
            <a:ext cx="164592" cy="164592"/>
          </a:xfrm>
          <a:prstGeom prst="ellipse">
            <a:avLst/>
          </a:prstGeom>
          <a:solidFill>
            <a:srgbClr val="4CAF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193024" y="1911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2311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2231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/ LEAD | Adicionar valor ao campo "Loja de Retirada"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07408" y="23865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23637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93024" y="23774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93024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0040" y="26883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93192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/ OPORTUNIDADE | Desenvolver alteração no método de Data e Hora da Assinatura de Contrato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25196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709160" y="28209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93024" y="28346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93024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20040" y="31455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3192" y="31455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Atualização de Cadastro Existente no Locavia Antes da Geração do Contrato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2519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709160" y="32781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93024" y="32918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93024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36027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6027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captura do campo "Data Captura Reserva Primeira Parcela"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425196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709160" y="37353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193024" y="37490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93024" y="3739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0599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3192" y="40599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SP09 - OPORTUNIDADE | Cadastro de Loja de Retirada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425196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7256417" y="4192524"/>
            <a:ext cx="1018903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93024" y="42062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193024" y="4197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4517136"/>
            <a:ext cx="11521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93192" y="45171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| Desenvolver Permissão ao Campo para Gerar Pedido de Compra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42519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709160" y="46497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93024" y="46634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93024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0040" y="4974336"/>
            <a:ext cx="11521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3192" y="4974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| Leads ficam travados em SDR quando CEP vem sem caractere "-"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425196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4709160" y="5106924"/>
            <a:ext cx="3566160" cy="19202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193024" y="5120640"/>
            <a:ext cx="164592" cy="164592"/>
          </a:xfrm>
          <a:prstGeom prst="ellipse">
            <a:avLst/>
          </a:prstGeom>
          <a:solidFill>
            <a:srgbClr val="9E9E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193024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8093373" y="1115568"/>
            <a:ext cx="0" cy="4315968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>
            <a:off x="8056797" y="5394960"/>
            <a:ext cx="73152" cy="731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20040" y="1115568"/>
            <a:ext cx="11521440" cy="4315968"/>
          </a:xfrm>
          <a:prstGeom prst="rect">
            <a:avLst/>
          </a:prstGeom>
          <a:ln w="12700">
            <a:solidFill>
              <a:srgbClr val="1B3B6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2026-08-10T19:26:38Z</dcterms:created>
  <dcterms:modified xsi:type="dcterms:W3CDTF">2026-08-10T19:26:38Z</dcterms:modified>
</cp:coreProperties>
</file>